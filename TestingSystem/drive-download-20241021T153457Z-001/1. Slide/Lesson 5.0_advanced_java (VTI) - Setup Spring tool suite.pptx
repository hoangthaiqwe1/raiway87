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419" r:id="rId3"/>
    <p:sldId id="586" r:id="rId4"/>
    <p:sldId id="605" r:id="rId5"/>
    <p:sldId id="606" r:id="rId6"/>
    <p:sldId id="607" r:id="rId7"/>
    <p:sldId id="608" r:id="rId8"/>
    <p:sldId id="342" r:id="rId9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85" autoAdjust="0"/>
    <p:restoredTop sz="83508" autoAdjust="0"/>
  </p:normalViewPr>
  <p:slideViewPr>
    <p:cSldViewPr snapToGrid="0" snapToObjects="1">
      <p:cViewPr varScale="1">
        <p:scale>
          <a:sx n="27" d="100"/>
          <a:sy n="27" d="100"/>
        </p:scale>
        <p:origin x="80" y="13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8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4/1/2022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pring.io/tools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rgIY7GslXQ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 dirty="0">
                <a:solidFill>
                  <a:schemeClr val="accent1">
                    <a:lumMod val="75000"/>
                  </a:schemeClr>
                </a:solidFill>
              </a:rPr>
              <a:t>Advanced Java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VTI ACADEMY</a:t>
            </a:r>
          </a:p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sz="50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500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duy.nguyenngoc1@vti.com.vn</a:t>
            </a:r>
            <a:endParaRPr lang="en-US" sz="5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Times New Roman" panose="02020603050405020304" pitchFamily="18" charset="0"/>
              <a:buNone/>
              <a:defRPr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2020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 smtClea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Setup Spring tool suite</a:t>
            </a: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Spring tool suite</a:t>
            </a:r>
            <a:endParaRPr lang="en-US" altLang="en-US" sz="6000" kern="1200" dirty="0" smtClean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299433"/>
            <a:ext cx="9360751" cy="138046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 smtClean="0"/>
              <a:t> Download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spring.io/tools</a:t>
            </a:r>
            <a:endParaRPr lang="en-US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975" y="3679902"/>
            <a:ext cx="20981046" cy="832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5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Spring tool suite</a:t>
            </a:r>
            <a:endParaRPr lang="en-US" altLang="en-US" sz="6000" kern="1200" dirty="0" smtClean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254828"/>
            <a:ext cx="4967170" cy="115744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 smtClean="0"/>
              <a:t> </a:t>
            </a:r>
            <a:r>
              <a:rPr lang="en-US" dirty="0" smtClean="0"/>
              <a:t>Extract file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121" y="3412273"/>
            <a:ext cx="8984775" cy="85124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912" y="5115517"/>
            <a:ext cx="9672201" cy="536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Spring tool suite</a:t>
            </a:r>
            <a:endParaRPr lang="en-US" altLang="en-US" sz="6000" kern="1200" dirty="0" smtClean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121013"/>
            <a:ext cx="3874351" cy="9567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 smtClean="0"/>
              <a:t> </a:t>
            </a:r>
            <a:r>
              <a:rPr lang="en-US" dirty="0" smtClean="0"/>
              <a:t>Extract file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162" y="3291898"/>
            <a:ext cx="15477892" cy="833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4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Spring tool suite</a:t>
            </a:r>
            <a:endParaRPr lang="en-US" altLang="en-US" sz="6000" kern="1200" dirty="0" smtClean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06" y="4111896"/>
            <a:ext cx="13604586" cy="619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0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Setup Spring tool suite</a:t>
            </a:r>
            <a:endParaRPr lang="en-US" altLang="en-US" sz="6000" kern="1200" dirty="0" smtClean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299433"/>
            <a:ext cx="16096087" cy="113514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 smtClean="0"/>
              <a:t> Tutorial </a:t>
            </a:r>
            <a:r>
              <a:rPr lang="en-US" dirty="0">
                <a:hlinkClick r:id="rId2"/>
              </a:rPr>
              <a:t>https://www.youtube.com/watch?v=MrgIY7GslXQ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9305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22687</TotalTime>
  <Words>72</Words>
  <Application>Microsoft Office PowerPoint</Application>
  <PresentationFormat>Custom</PresentationFormat>
  <Paragraphs>20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Meiryo</vt:lpstr>
      <vt:lpstr>Calibri</vt:lpstr>
      <vt:lpstr>Tahoma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pc</cp:lastModifiedBy>
  <cp:revision>2463</cp:revision>
  <cp:lastPrinted>2019-09-17T11:00:25Z</cp:lastPrinted>
  <dcterms:modified xsi:type="dcterms:W3CDTF">2022-04-01T09:04:16Z</dcterms:modified>
  <cp:category/>
</cp:coreProperties>
</file>